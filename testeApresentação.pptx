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AC337-60D4-4DFF-B9BF-C8A7EE17141F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AC9B5-E93C-41F2-8D7D-5DFE0022D5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2765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AC337-60D4-4DFF-B9BF-C8A7EE17141F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AC9B5-E93C-41F2-8D7D-5DFE0022D5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1305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AC337-60D4-4DFF-B9BF-C8A7EE17141F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AC9B5-E93C-41F2-8D7D-5DFE0022D5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1878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AC337-60D4-4DFF-B9BF-C8A7EE17141F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AC9B5-E93C-41F2-8D7D-5DFE0022D5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5423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AC337-60D4-4DFF-B9BF-C8A7EE17141F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AC9B5-E93C-41F2-8D7D-5DFE0022D5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062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AC337-60D4-4DFF-B9BF-C8A7EE17141F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AC9B5-E93C-41F2-8D7D-5DFE0022D5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1358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AC337-60D4-4DFF-B9BF-C8A7EE17141F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AC9B5-E93C-41F2-8D7D-5DFE0022D5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2858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AC337-60D4-4DFF-B9BF-C8A7EE17141F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AC9B5-E93C-41F2-8D7D-5DFE0022D5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0188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AC337-60D4-4DFF-B9BF-C8A7EE17141F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AC9B5-E93C-41F2-8D7D-5DFE0022D5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9255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AC337-60D4-4DFF-B9BF-C8A7EE17141F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AC9B5-E93C-41F2-8D7D-5DFE0022D5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7134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AC337-60D4-4DFF-B9BF-C8A7EE17141F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AC9B5-E93C-41F2-8D7D-5DFE0022D5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0689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7AC337-60D4-4DFF-B9BF-C8A7EE17141F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AC9B5-E93C-41F2-8D7D-5DFE0022D5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823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Revisão do GitHub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1929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Revisão do GitHub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Revisão do GitHub</dc:title>
  <dc:creator>Manha Cetcc</dc:creator>
  <cp:lastModifiedBy>Manha Cetcc</cp:lastModifiedBy>
  <cp:revision>1</cp:revision>
  <dcterms:created xsi:type="dcterms:W3CDTF">2026-08-05T11:05:45Z</dcterms:created>
  <dcterms:modified xsi:type="dcterms:W3CDTF">2026-08-05T11:06:08Z</dcterms:modified>
</cp:coreProperties>
</file>